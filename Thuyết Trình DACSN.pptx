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1EEC2-41D8-4064-BC17-530ABBE0067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F8E5A-F549-4EDC-B2E0-7DC7B099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6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166A-131E-8538-A234-A125C6C82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25F4E-2930-F2B6-7A51-CA205FBF2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FCD2-CB03-D4FF-E426-7D56F30F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2E307-6AE9-BB49-9486-45CFB698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CE1EF-EF1E-C371-654B-BAEE62B8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50986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755F-B982-2B72-BD14-AFCE3B91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05E4A-580C-DFB3-238A-B1450579C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3B0FF-F43E-A414-986B-86EE2A55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FF215-96D6-066F-34B4-BC1E0997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2553B-9DDF-6178-CB04-4F40A70F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7670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5373-A0F5-2CF3-F90A-FA41FA8A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230D4-9CF5-C02A-F0D1-70437856B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2E8C-D2E1-1425-4DE7-AB03A83E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5683-19F1-A0F5-AB54-F9909231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132B4-90BE-E346-6E83-CB382DFE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53826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5A3E-457B-2A03-07B5-1D8E7BC0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186D-2406-559D-8331-E3A0844BA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FCCD2-EBA7-78FD-96F0-8B1F7FA0C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30E61-3E7B-F12A-3CB9-75378960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616FD-8B65-FAC4-31D6-9272C868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DBC53-8244-9364-778B-0E4284BF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54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FA73-A0A3-5972-C7A9-66BA13E6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C8CF-9889-1462-DAAF-8C7E5D97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F7FF4-E0FF-FC8D-6F99-4BBD387FC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60F94-37A8-204B-DFE0-43CCACC42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35D54-12B5-29B5-32CD-CE602F15A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47FD7-BB0E-B032-D8DF-E1F359C7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4A876-52D5-CA99-8CB0-22D63BC5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8E9EF-B226-DD53-E664-94F10E54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93486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2F57-E165-E5F3-F7A1-69E2014F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853C2-5859-4F5A-7FB9-4E3FE87E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22499-8ACD-C700-F92C-322575A0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64ADB-B3AC-D099-86F0-74BDEA6D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1628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E57AE-CF81-AC87-5112-5D80D6A1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5EF2A-0520-309E-0D52-09494B2B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F2FE-FB32-2C39-524B-CC5E6B75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0257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3C80-4FF7-1141-CDF6-F3311C70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95933-6EE7-0060-8620-4436C8DBA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AD1CE-F770-9A9A-5B51-468C8D535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EE06-F592-E5D5-EF1B-DB1B3757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B642D-FBDC-FDB2-D480-A38C707E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F1868-BFA3-C531-D34C-5DF469EB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5851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D60B-2A84-0E3D-5FAA-AA305FC8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E42BE-3229-B1C7-63A4-92C901014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8A7AB-BD70-EE3D-C1A8-480A5835F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6C77F-28E0-EE36-FBC7-77931048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0AA70-0678-3ABD-7B6C-AA93ECD0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CA88B-1829-34A3-EFAA-F6D4EC04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13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C917-35B0-A93A-48C1-349908FA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FE89D-0E03-DC80-97CE-19A481232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0A201-98D7-7FA9-04EF-93B841D9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66BDE-8777-B85B-35B6-0716CD15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6C728-B561-6333-397E-83567C37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57876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9EB84-E4A7-769E-99BD-144C1328E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F4371-6CB1-754E-6352-324F738F0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0089C-11CA-1818-2ACC-ABC949E4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661FB-C8C2-1F5B-D2FB-4601B775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77EB5-8BE3-D5AF-A5F0-8DDDE72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565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9FACB-2AF4-DDBC-9B1E-E34F030A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651FD-4279-9F23-A022-A17EACA2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C8A2E-8C3F-6089-BE37-49D1BBB30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B7B37-8375-4D6D-9243-C195328BDC3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0F9D-0635-B5BB-FA8B-DA86166C1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24734-8DEF-CB21-A603-9A6E095AE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ED118-CE95-4E94-87A7-981AD1DD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3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5CBF-DB2A-122A-8C23-D449FA765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-452283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TRƯỜNG ĐẠI HỌC TRÀ VINH</a:t>
            </a:r>
            <a:br>
              <a:rPr lang="en-US" sz="2800" dirty="0">
                <a:solidFill>
                  <a:schemeClr val="bg2"/>
                </a:solidFill>
              </a:rPr>
            </a:br>
            <a:r>
              <a:rPr lang="en-US" sz="2800" dirty="0">
                <a:solidFill>
                  <a:schemeClr val="bg2"/>
                </a:solidFill>
              </a:rPr>
              <a:t>TRƯỜNG KỸ THUẬT VÀ CÔNG NGHỆ</a:t>
            </a:r>
            <a:br>
              <a:rPr lang="en-US" sz="2800" dirty="0">
                <a:solidFill>
                  <a:schemeClr val="bg2"/>
                </a:solidFill>
              </a:rPr>
            </a:br>
            <a:r>
              <a:rPr lang="en-US" sz="2800" b="1" dirty="0">
                <a:solidFill>
                  <a:schemeClr val="bg2"/>
                </a:solidFill>
              </a:rPr>
              <a:t>KHOA CÔNG NGHỆ THÔNG TIN</a:t>
            </a:r>
            <a:br>
              <a:rPr lang="en-US" sz="2800" dirty="0">
                <a:solidFill>
                  <a:schemeClr val="bg2"/>
                </a:solidFill>
              </a:rPr>
            </a:b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64EFA-4BED-8561-7495-A82D7BA06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35317"/>
            <a:ext cx="9144000" cy="1655762"/>
          </a:xfrm>
        </p:spPr>
        <p:txBody>
          <a:bodyPr>
            <a:normAutofit fontScale="55000" lnSpcReduction="20000"/>
          </a:bodyPr>
          <a:lstStyle/>
          <a:p>
            <a:r>
              <a:rPr lang="en-US" sz="3600" b="1" dirty="0">
                <a:solidFill>
                  <a:schemeClr val="bg2"/>
                </a:solidFill>
              </a:rPr>
              <a:t>THỰC TẬP ĐỒ ÁN CƠ SỞ NGÀNH</a:t>
            </a:r>
            <a:endParaRPr lang="en-US" sz="3600" dirty="0">
              <a:solidFill>
                <a:schemeClr val="bg2"/>
              </a:solidFill>
            </a:endParaRPr>
          </a:p>
          <a:p>
            <a:r>
              <a:rPr lang="en-US" sz="3600" b="1" dirty="0">
                <a:solidFill>
                  <a:schemeClr val="bg2"/>
                </a:solidFill>
              </a:rPr>
              <a:t>HỌC KỲ I, NĂM HỌC 2025 – 2026</a:t>
            </a:r>
          </a:p>
          <a:p>
            <a:endParaRPr lang="en-US" sz="3600" dirty="0">
              <a:solidFill>
                <a:schemeClr val="bg2"/>
              </a:solidFill>
            </a:endParaRPr>
          </a:p>
          <a:p>
            <a:r>
              <a:rPr lang="en-US" sz="4500" b="1" dirty="0">
                <a:solidFill>
                  <a:schemeClr val="bg2"/>
                </a:solidFill>
              </a:rPr>
              <a:t>TÌM HIỂU ENTITY FRAMEWORK – XÂY DỰNG HỆ THỐNG BÁN THÚ CƯNG</a:t>
            </a:r>
            <a:endParaRPr lang="en-US" sz="4500" dirty="0">
              <a:solidFill>
                <a:schemeClr val="bg2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1C30C-A59C-3BCD-07BE-5E4351DCAB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6" y="227013"/>
            <a:ext cx="899651" cy="7660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81BC63-853C-5FFB-C268-D0286BB350CF}"/>
              </a:ext>
            </a:extLst>
          </p:cNvPr>
          <p:cNvSpPr txBox="1"/>
          <p:nvPr/>
        </p:nvSpPr>
        <p:spPr>
          <a:xfrm>
            <a:off x="-658762" y="4464610"/>
            <a:ext cx="6096000" cy="103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Giáo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Viên </a:t>
            </a: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bg2"/>
                </a:solidFill>
              </a:rPr>
              <a:t>Ths.Trịnh</a:t>
            </a:r>
            <a:r>
              <a:rPr lang="en-US" b="1" dirty="0">
                <a:solidFill>
                  <a:schemeClr val="bg2"/>
                </a:solidFill>
              </a:rPr>
              <a:t> Quốc Việt</a:t>
            </a:r>
            <a:endParaRPr lang="en-US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61441-AFD2-EC48-7354-E8A374364A7A}"/>
              </a:ext>
            </a:extLst>
          </p:cNvPr>
          <p:cNvSpPr txBox="1"/>
          <p:nvPr/>
        </p:nvSpPr>
        <p:spPr>
          <a:xfrm>
            <a:off x="5837903" y="4472241"/>
            <a:ext cx="6425380" cy="102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 Viên </a:t>
            </a: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 Hữu Nghĩa - 110123251</a:t>
            </a:r>
            <a:endParaRPr lang="en-US" sz="18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ADD81AB-7AE4-2C4B-4BAF-77A85CF90F20}"/>
              </a:ext>
            </a:extLst>
          </p:cNvPr>
          <p:cNvSpPr/>
          <p:nvPr/>
        </p:nvSpPr>
        <p:spPr>
          <a:xfrm flipV="1">
            <a:off x="10491020" y="6380864"/>
            <a:ext cx="1327355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95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AD8DFD-ADC9-B57D-A53D-B918CEA7C4B5}"/>
              </a:ext>
            </a:extLst>
          </p:cNvPr>
          <p:cNvSpPr txBox="1"/>
          <p:nvPr/>
        </p:nvSpPr>
        <p:spPr>
          <a:xfrm>
            <a:off x="115531" y="3235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Nội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Dung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520D9-3253-AEC8-D821-7B5106DF7198}"/>
              </a:ext>
            </a:extLst>
          </p:cNvPr>
          <p:cNvSpPr/>
          <p:nvPr/>
        </p:nvSpPr>
        <p:spPr>
          <a:xfrm>
            <a:off x="580104" y="1248696"/>
            <a:ext cx="1897625" cy="669898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1.Giới </a:t>
            </a:r>
            <a:r>
              <a:rPr lang="en-US" b="1" dirty="0" err="1">
                <a:solidFill>
                  <a:schemeClr val="bg1"/>
                </a:solidFill>
              </a:rPr>
              <a:t>Thiệu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57EEEBE-4D4D-ADE3-D288-A847119FC6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83672" y="1665916"/>
            <a:ext cx="669897" cy="48178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1C588BF-C32F-D3C6-75EF-AF4049F82E8E}"/>
              </a:ext>
            </a:extLst>
          </p:cNvPr>
          <p:cNvSpPr/>
          <p:nvPr/>
        </p:nvSpPr>
        <p:spPr>
          <a:xfrm>
            <a:off x="1991035" y="2170778"/>
            <a:ext cx="2079519" cy="75923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2.Mục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Tài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64321B9-F8ED-9CF0-423F-11D357B15675}"/>
              </a:ext>
            </a:extLst>
          </p:cNvPr>
          <p:cNvCxnSpPr>
            <a:cxnSpLocks/>
          </p:cNvCxnSpPr>
          <p:nvPr/>
        </p:nvCxnSpPr>
        <p:spPr>
          <a:xfrm>
            <a:off x="3927990" y="2930013"/>
            <a:ext cx="776746" cy="39905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FBDC03C-E285-0ED5-BDF0-98B2405D80E4}"/>
              </a:ext>
            </a:extLst>
          </p:cNvPr>
          <p:cNvSpPr/>
          <p:nvPr/>
        </p:nvSpPr>
        <p:spPr>
          <a:xfrm>
            <a:off x="3478160" y="3182197"/>
            <a:ext cx="2285999" cy="75923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3.Thiết </a:t>
            </a:r>
            <a:r>
              <a:rPr lang="en-US" b="1" dirty="0" err="1"/>
              <a:t>Kế</a:t>
            </a:r>
            <a:r>
              <a:rPr lang="en-US" b="1" dirty="0"/>
              <a:t> -Cài </a:t>
            </a:r>
            <a:r>
              <a:rPr lang="en-US" b="1" dirty="0" err="1"/>
              <a:t>Đặt</a:t>
            </a:r>
            <a:endParaRPr lang="en-US" b="1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18AB7CB-8CA8-EFFF-9649-96293C602696}"/>
              </a:ext>
            </a:extLst>
          </p:cNvPr>
          <p:cNvCxnSpPr/>
          <p:nvPr/>
        </p:nvCxnSpPr>
        <p:spPr>
          <a:xfrm>
            <a:off x="5764159" y="3916285"/>
            <a:ext cx="447372" cy="43453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81563BE-A700-C084-0661-F149E8CE0725}"/>
              </a:ext>
            </a:extLst>
          </p:cNvPr>
          <p:cNvSpPr/>
          <p:nvPr/>
        </p:nvSpPr>
        <p:spPr>
          <a:xfrm>
            <a:off x="4704736" y="4193616"/>
            <a:ext cx="2285999" cy="75923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4.Kết </a:t>
            </a:r>
            <a:r>
              <a:rPr lang="en-US" b="1" dirty="0" err="1"/>
              <a:t>Quả</a:t>
            </a:r>
            <a:r>
              <a:rPr lang="en-US" b="1" dirty="0"/>
              <a:t> Đạt </a:t>
            </a:r>
            <a:r>
              <a:rPr lang="en-US" b="1" dirty="0" err="1"/>
              <a:t>Được</a:t>
            </a:r>
            <a:endParaRPr lang="en-US" b="1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CF4DB96-12CE-8D27-C7E2-E8E78BC4432B}"/>
              </a:ext>
            </a:extLst>
          </p:cNvPr>
          <p:cNvCxnSpPr>
            <a:cxnSpLocks/>
          </p:cNvCxnSpPr>
          <p:nvPr/>
        </p:nvCxnSpPr>
        <p:spPr>
          <a:xfrm>
            <a:off x="6990735" y="4952851"/>
            <a:ext cx="521110" cy="41295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036D97C-7ED6-C5AD-A2A7-8B49FA198C5B}"/>
              </a:ext>
            </a:extLst>
          </p:cNvPr>
          <p:cNvSpPr/>
          <p:nvPr/>
        </p:nvSpPr>
        <p:spPr>
          <a:xfrm>
            <a:off x="6331974" y="5230181"/>
            <a:ext cx="3480620" cy="75923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5.Kết Luận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Hướng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endParaRPr lang="en-US" b="1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C94A177-2903-CB3C-F8B5-114E94698D2D}"/>
              </a:ext>
            </a:extLst>
          </p:cNvPr>
          <p:cNvSpPr/>
          <p:nvPr/>
        </p:nvSpPr>
        <p:spPr>
          <a:xfrm>
            <a:off x="10137058" y="6213987"/>
            <a:ext cx="1524000" cy="2064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975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16CF95-4A5C-95F3-97BE-12CA18AB6026}"/>
              </a:ext>
            </a:extLst>
          </p:cNvPr>
          <p:cNvSpPr txBox="1"/>
          <p:nvPr/>
        </p:nvSpPr>
        <p:spPr>
          <a:xfrm>
            <a:off x="216310" y="966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1.Giới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Thiệu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AA911-B30A-8172-67DC-B5C55FA19D05}"/>
              </a:ext>
            </a:extLst>
          </p:cNvPr>
          <p:cNvSpPr txBox="1"/>
          <p:nvPr/>
        </p:nvSpPr>
        <p:spPr>
          <a:xfrm>
            <a:off x="529713" y="938983"/>
            <a:ext cx="11887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Nhu cầu mua bán thú cưng và phụ kiện online tăng, cần hệ thống quản lý sản 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đơn hang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rõ ràng.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48FC7-AA9B-5A1D-9B39-96F96A840F11}"/>
              </a:ext>
            </a:extLst>
          </p:cNvPr>
          <p:cNvSpPr txBox="1"/>
          <p:nvPr/>
        </p:nvSpPr>
        <p:spPr>
          <a:xfrm>
            <a:off x="529713" y="2006474"/>
            <a:ext cx="11823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dựng website bán thú cưng có Web API phục vụ nghiệp vụ và giao tiếp dữ liệu.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5D749-38AB-217B-DD86-4255C3F74940}"/>
              </a:ext>
            </a:extLst>
          </p:cNvPr>
          <p:cNvSpPr txBox="1"/>
          <p:nvPr/>
        </p:nvSpPr>
        <p:spPr>
          <a:xfrm>
            <a:off x="561668" y="2704633"/>
            <a:ext cx="118232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19D4D91-AC24-B1DB-4A80-B0E0E0013F17}"/>
              </a:ext>
            </a:extLst>
          </p:cNvPr>
          <p:cNvSpPr/>
          <p:nvPr/>
        </p:nvSpPr>
        <p:spPr>
          <a:xfrm>
            <a:off x="10225548" y="5997677"/>
            <a:ext cx="1533833" cy="2654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7152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D227FE-D71C-F753-E262-8A3629AC55CB}"/>
              </a:ext>
            </a:extLst>
          </p:cNvPr>
          <p:cNvSpPr txBox="1"/>
          <p:nvPr/>
        </p:nvSpPr>
        <p:spPr>
          <a:xfrm>
            <a:off x="0" y="1004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★2.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Mục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Tiêu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Đề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Tài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F782C-A431-630A-6AE0-362945B17E94}"/>
              </a:ext>
            </a:extLst>
          </p:cNvPr>
          <p:cNvSpPr txBox="1"/>
          <p:nvPr/>
        </p:nvSpPr>
        <p:spPr>
          <a:xfrm>
            <a:off x="243347" y="884306"/>
            <a:ext cx="120469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website bán thú cưng giúp khách hàng xem sản phẩm, tìm kiếm, đặt hàng nhanh chóng và tiện lợi.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81F67-A43C-227E-41F3-A599E0EC3DC5}"/>
              </a:ext>
            </a:extLst>
          </p:cNvPr>
          <p:cNvSpPr txBox="1"/>
          <p:nvPr/>
        </p:nvSpPr>
        <p:spPr>
          <a:xfrm>
            <a:off x="243347" y="1852808"/>
            <a:ext cx="119486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hệ thống quản trị trực quan cho người quản lý: thêm/sửa/xóa sản phẩm, danh mục, đơn hàng, khách hàng.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D2F1D-C50B-627E-E54A-E60E3DCE800A}"/>
              </a:ext>
            </a:extLst>
          </p:cNvPr>
          <p:cNvSpPr txBox="1"/>
          <p:nvPr/>
        </p:nvSpPr>
        <p:spPr>
          <a:xfrm>
            <a:off x="243347" y="2821310"/>
            <a:ext cx="12046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Tìm hiểu và áp dụng Entity Framework trong thao tác cơ sở dữ liệu, giúp giảm viết SQL, tăng tốc phát triển và dễ bảo trì.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36ABA43-F15D-E2F3-5A3A-17E39C6099D0}"/>
              </a:ext>
            </a:extLst>
          </p:cNvPr>
          <p:cNvSpPr/>
          <p:nvPr/>
        </p:nvSpPr>
        <p:spPr>
          <a:xfrm>
            <a:off x="10540181" y="5973694"/>
            <a:ext cx="1189703" cy="2796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5007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932BD4-472D-ED47-DB90-BF2A0CBAFD5E}"/>
              </a:ext>
            </a:extLst>
          </p:cNvPr>
          <p:cNvSpPr txBox="1"/>
          <p:nvPr/>
        </p:nvSpPr>
        <p:spPr>
          <a:xfrm>
            <a:off x="117987" y="1004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Công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Nghệ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Sử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Dụng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3CAA8-958D-478D-EE62-F18B4C876EDA}"/>
              </a:ext>
            </a:extLst>
          </p:cNvPr>
          <p:cNvSpPr txBox="1"/>
          <p:nvPr/>
        </p:nvSpPr>
        <p:spPr>
          <a:xfrm>
            <a:off x="508819" y="887049"/>
            <a:ext cx="6130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Front-end: Vite,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EA0D1-2433-563D-86E3-448BFEE22891}"/>
              </a:ext>
            </a:extLst>
          </p:cNvPr>
          <p:cNvSpPr txBox="1"/>
          <p:nvPr/>
        </p:nvSpPr>
        <p:spPr>
          <a:xfrm>
            <a:off x="508819" y="1550517"/>
            <a:ext cx="6130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Back-end: ASP.NET Core Web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347B0-7D6B-18EB-B5E4-B159485D62D2}"/>
              </a:ext>
            </a:extLst>
          </p:cNvPr>
          <p:cNvSpPr txBox="1"/>
          <p:nvPr/>
        </p:nvSpPr>
        <p:spPr>
          <a:xfrm>
            <a:off x="508819" y="2213985"/>
            <a:ext cx="6130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Database: MySQL/SQL 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09BA1-7FC4-A7F8-1A69-CC0899A21557}"/>
              </a:ext>
            </a:extLst>
          </p:cNvPr>
          <p:cNvSpPr txBox="1"/>
          <p:nvPr/>
        </p:nvSpPr>
        <p:spPr>
          <a:xfrm>
            <a:off x="508819" y="2877453"/>
            <a:ext cx="6130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ORM: Entity Framework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A65E1A-1B1D-054B-566E-EEDFF3013ED2}"/>
              </a:ext>
            </a:extLst>
          </p:cNvPr>
          <p:cNvSpPr txBox="1"/>
          <p:nvPr/>
        </p:nvSpPr>
        <p:spPr>
          <a:xfrm>
            <a:off x="508819" y="3540921"/>
            <a:ext cx="6130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API Testing: Swagger UI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62D94DC-3804-3C98-7BE3-7BEAF55E2C78}"/>
              </a:ext>
            </a:extLst>
          </p:cNvPr>
          <p:cNvSpPr/>
          <p:nvPr/>
        </p:nvSpPr>
        <p:spPr>
          <a:xfrm>
            <a:off x="10382865" y="6007510"/>
            <a:ext cx="1317522" cy="344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188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AE83D-966B-295E-AA20-9B06A79A9EFE}"/>
              </a:ext>
            </a:extLst>
          </p:cNvPr>
          <p:cNvSpPr txBox="1"/>
          <p:nvPr/>
        </p:nvSpPr>
        <p:spPr>
          <a:xfrm>
            <a:off x="255638" y="2479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3.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- Cài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Đặt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45095-EAE9-60D6-42B8-B1966A9D49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6077" y="1061884"/>
            <a:ext cx="10019071" cy="5447071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27D43DF-F203-046B-C219-AA75C34E946E}"/>
              </a:ext>
            </a:extLst>
          </p:cNvPr>
          <p:cNvSpPr/>
          <p:nvPr/>
        </p:nvSpPr>
        <p:spPr>
          <a:xfrm>
            <a:off x="10215716" y="5978013"/>
            <a:ext cx="1258529" cy="363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7057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5BAC70-6409-6098-62C8-97838B34C6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89787" y="1320186"/>
            <a:ext cx="8798110" cy="43923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8E3E2E-9D46-28DB-E046-5334E7254EEC}"/>
              </a:ext>
            </a:extLst>
          </p:cNvPr>
          <p:cNvSpPr txBox="1"/>
          <p:nvPr/>
        </p:nvSpPr>
        <p:spPr>
          <a:xfrm>
            <a:off x="168910" y="2971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3.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- Cài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Đặt</a:t>
            </a:r>
            <a:endParaRPr lang="en-US" sz="36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D7ACBE4-8CBF-E699-BDFC-BEF23A020963}"/>
              </a:ext>
            </a:extLst>
          </p:cNvPr>
          <p:cNvSpPr/>
          <p:nvPr/>
        </p:nvSpPr>
        <p:spPr>
          <a:xfrm>
            <a:off x="10274710" y="5899355"/>
            <a:ext cx="1209367" cy="31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6333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238358-B6A7-FFDF-8728-F73BE096720E}"/>
              </a:ext>
            </a:extLst>
          </p:cNvPr>
          <p:cNvSpPr txBox="1"/>
          <p:nvPr/>
        </p:nvSpPr>
        <p:spPr>
          <a:xfrm>
            <a:off x="0" y="2086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3.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- Cài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Đặt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58F35E-34C1-311F-691E-F95874D70A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9703" y="1260987"/>
            <a:ext cx="8013291" cy="433602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4809907-A0CA-AC7F-A7AE-803E0A65D5A4}"/>
              </a:ext>
            </a:extLst>
          </p:cNvPr>
          <p:cNvSpPr/>
          <p:nvPr/>
        </p:nvSpPr>
        <p:spPr>
          <a:xfrm>
            <a:off x="10068232" y="5879690"/>
            <a:ext cx="1553497" cy="314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3194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83FB2-6FDE-27E9-2C92-58401788C59D}"/>
              </a:ext>
            </a:extLst>
          </p:cNvPr>
          <p:cNvSpPr txBox="1"/>
          <p:nvPr/>
        </p:nvSpPr>
        <p:spPr>
          <a:xfrm>
            <a:off x="265472" y="2872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4.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Quả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Đạt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Được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DFE48-DB67-FF70-64B3-C80FF58EF72A}"/>
              </a:ext>
            </a:extLst>
          </p:cNvPr>
          <p:cNvSpPr txBox="1"/>
          <p:nvPr/>
        </p:nvSpPr>
        <p:spPr>
          <a:xfrm>
            <a:off x="619432" y="11623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người dùng (Frontend – Vite)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B85212-CE80-0850-809C-2B92E595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1740310"/>
            <a:ext cx="8989511" cy="483040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AEF968D-FDB6-9AA2-EA30-9D5EB5A1A735}"/>
              </a:ext>
            </a:extLst>
          </p:cNvPr>
          <p:cNvSpPr/>
          <p:nvPr/>
        </p:nvSpPr>
        <p:spPr>
          <a:xfrm>
            <a:off x="10628671" y="6174658"/>
            <a:ext cx="1179871" cy="2753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0812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5373BF-0DA7-19D4-06AB-7A07FE1987DF}"/>
              </a:ext>
            </a:extLst>
          </p:cNvPr>
          <p:cNvSpPr txBox="1"/>
          <p:nvPr/>
        </p:nvSpPr>
        <p:spPr>
          <a:xfrm>
            <a:off x="491613" y="827209"/>
            <a:ext cx="11543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- Giao </a:t>
            </a:r>
            <a:r>
              <a:rPr lang="en-US" sz="2400" dirty="0" err="1"/>
              <a:t>diện</a:t>
            </a:r>
            <a:r>
              <a:rPr lang="en-US" sz="2400" dirty="0"/>
              <a:t> Admin </a:t>
            </a:r>
            <a:r>
              <a:rPr lang="en-US" sz="2400" dirty="0" err="1"/>
              <a:t>giúp</a:t>
            </a:r>
            <a:r>
              <a:rPr lang="en-US" sz="2400" dirty="0"/>
              <a:t>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dàng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thêm</a:t>
            </a:r>
            <a:r>
              <a:rPr lang="en-US" sz="2400" dirty="0"/>
              <a:t>, </a:t>
            </a:r>
            <a:r>
              <a:rPr lang="en-US" sz="2400" dirty="0" err="1"/>
              <a:t>sửa</a:t>
            </a:r>
            <a:r>
              <a:rPr lang="en-US" sz="2400" dirty="0"/>
              <a:t>, </a:t>
            </a:r>
            <a:r>
              <a:rPr lang="en-US" sz="2400" dirty="0" err="1"/>
              <a:t>xóa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7EF94-9E52-5A10-FC51-D5AE2EA26414}"/>
              </a:ext>
            </a:extLst>
          </p:cNvPr>
          <p:cNvSpPr txBox="1"/>
          <p:nvPr/>
        </p:nvSpPr>
        <p:spPr>
          <a:xfrm>
            <a:off x="167148" y="1808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4.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Quả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Đạt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Được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B99B5-B802-4AFD-EDE9-874E42AB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11" y="1288874"/>
            <a:ext cx="10152747" cy="522008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91DA9B5-95F0-78C8-721E-E7D84C6BAAE8}"/>
              </a:ext>
            </a:extLst>
          </p:cNvPr>
          <p:cNvSpPr/>
          <p:nvPr/>
        </p:nvSpPr>
        <p:spPr>
          <a:xfrm>
            <a:off x="10933471" y="6115665"/>
            <a:ext cx="1012723" cy="294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4123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1DFE1-9D80-FA55-AACC-24D2A0282B4E}"/>
              </a:ext>
            </a:extLst>
          </p:cNvPr>
          <p:cNvSpPr txBox="1"/>
          <p:nvPr/>
        </p:nvSpPr>
        <p:spPr>
          <a:xfrm>
            <a:off x="385915" y="923781"/>
            <a:ext cx="11759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+mj-lt"/>
              </a:rPr>
              <a:t>- Giao diện đăng ký và đăng nhập dễ dàng cho người dùng.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88408-DADE-BBFA-70F9-EA9029FA81A0}"/>
              </a:ext>
            </a:extLst>
          </p:cNvPr>
          <p:cNvSpPr txBox="1"/>
          <p:nvPr/>
        </p:nvSpPr>
        <p:spPr>
          <a:xfrm>
            <a:off x="135193" y="85846"/>
            <a:ext cx="6130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4.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Quả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Đạt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Được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B892A7-2296-7F52-DA47-E1A717EC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445"/>
            <a:ext cx="6265606" cy="4966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2DDC87-4F39-204F-AC74-1974AF666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0" y="1396782"/>
            <a:ext cx="5702710" cy="496619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8EC06E5-B499-326C-A01E-5F51DAED3D03}"/>
              </a:ext>
            </a:extLst>
          </p:cNvPr>
          <p:cNvSpPr/>
          <p:nvPr/>
        </p:nvSpPr>
        <p:spPr>
          <a:xfrm>
            <a:off x="10677832" y="6194323"/>
            <a:ext cx="1258529" cy="2851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4892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303B82-1BEF-7E51-6EE8-D2625B909619}"/>
              </a:ext>
            </a:extLst>
          </p:cNvPr>
          <p:cNvSpPr txBox="1"/>
          <p:nvPr/>
        </p:nvSpPr>
        <p:spPr>
          <a:xfrm>
            <a:off x="78658" y="277450"/>
            <a:ext cx="7167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★ 5.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Luận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Và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Hướng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Phát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Triển</a:t>
            </a:r>
            <a:endParaRPr lang="en-US" sz="3600" dirty="0"/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2DCB5172-1410-6507-0B79-C946CE9A5A7E}"/>
              </a:ext>
            </a:extLst>
          </p:cNvPr>
          <p:cNvSpPr/>
          <p:nvPr/>
        </p:nvSpPr>
        <p:spPr>
          <a:xfrm>
            <a:off x="688257" y="1061658"/>
            <a:ext cx="176981" cy="98323"/>
          </a:xfrm>
          <a:prstGeom prst="beve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7F80A-4302-524E-C392-E19389298FD6}"/>
              </a:ext>
            </a:extLst>
          </p:cNvPr>
          <p:cNvSpPr txBox="1"/>
          <p:nvPr/>
        </p:nvSpPr>
        <p:spPr>
          <a:xfrm>
            <a:off x="865238" y="879986"/>
            <a:ext cx="6150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KẾT LUẬN: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3847B62-7622-D94C-3E74-AF9F9F628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69" y="1297858"/>
            <a:ext cx="117102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Hoàn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cưng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(Vite)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(ASP.NET Core Web API).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Entity Framework Core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Swagger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API.</a:t>
            </a:r>
          </a:p>
        </p:txBody>
      </p:sp>
      <p:sp>
        <p:nvSpPr>
          <p:cNvPr id="15" name="Rectangle: Beveled 14">
            <a:extLst>
              <a:ext uri="{FF2B5EF4-FFF2-40B4-BE49-F238E27FC236}">
                <a16:creationId xmlns:a16="http://schemas.microsoft.com/office/drawing/2014/main" id="{D87E9E86-889F-419C-D432-B3DC5F0D0E8C}"/>
              </a:ext>
            </a:extLst>
          </p:cNvPr>
          <p:cNvSpPr/>
          <p:nvPr/>
        </p:nvSpPr>
        <p:spPr>
          <a:xfrm>
            <a:off x="737417" y="2665561"/>
            <a:ext cx="176981" cy="98323"/>
          </a:xfrm>
          <a:prstGeom prst="beve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EA461-B1BF-0CCD-CA1F-2639C2F1C204}"/>
              </a:ext>
            </a:extLst>
          </p:cNvPr>
          <p:cNvSpPr txBox="1"/>
          <p:nvPr/>
        </p:nvSpPr>
        <p:spPr>
          <a:xfrm>
            <a:off x="865238" y="2483889"/>
            <a:ext cx="6238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HẠN CHẾ: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1C567AE-AC7B-FB46-55D5-B1BDAA26C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69" y="2945554"/>
            <a:ext cx="114246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online,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,…).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Bảo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: Beveled 18">
            <a:extLst>
              <a:ext uri="{FF2B5EF4-FFF2-40B4-BE49-F238E27FC236}">
                <a16:creationId xmlns:a16="http://schemas.microsoft.com/office/drawing/2014/main" id="{C215D297-72C3-F74D-20E5-92A18692C634}"/>
              </a:ext>
            </a:extLst>
          </p:cNvPr>
          <p:cNvSpPr/>
          <p:nvPr/>
        </p:nvSpPr>
        <p:spPr>
          <a:xfrm>
            <a:off x="737417" y="4373718"/>
            <a:ext cx="176981" cy="98323"/>
          </a:xfrm>
          <a:prstGeom prst="beve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1965A8-B82A-A55C-E1BB-848716AB12F6}"/>
              </a:ext>
            </a:extLst>
          </p:cNvPr>
          <p:cNvSpPr txBox="1"/>
          <p:nvPr/>
        </p:nvSpPr>
        <p:spPr>
          <a:xfrm>
            <a:off x="865238" y="4192046"/>
            <a:ext cx="6238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4518F08E-C252-44BE-E9BC-A338AFFA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69" y="4569457"/>
            <a:ext cx="77404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(JWT, Admin/User).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hosting/cloud</a:t>
            </a:r>
          </a:p>
        </p:txBody>
      </p:sp>
    </p:spTree>
    <p:extLst>
      <p:ext uri="{BB962C8B-B14F-4D97-AF65-F5344CB8AC3E}">
        <p14:creationId xmlns:p14="http://schemas.microsoft.com/office/powerpoint/2010/main" val="1904864596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546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TRƯỜNG ĐẠI HỌC TRÀ VINH TRƯỜNG KỸ THUẬT VÀ CÔNG NGHỆ KHOA CÔNG NGHỆ THÔNG TIN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Huu Nghia</dc:creator>
  <cp:lastModifiedBy>Pham Huu Nghia</cp:lastModifiedBy>
  <cp:revision>10</cp:revision>
  <dcterms:created xsi:type="dcterms:W3CDTF">2026-01-03T08:16:58Z</dcterms:created>
  <dcterms:modified xsi:type="dcterms:W3CDTF">2026-01-04T12:42:07Z</dcterms:modified>
</cp:coreProperties>
</file>